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 of a Python-Based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Interface for a PXI Data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Acquisition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Project (6 ECTS) — Introduction Presentation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Samir Elsherbiny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Matrikel-Nr. 5581873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Supervisors: Prof. Dr. Oliver Amft, Dr. Mohammad Amayreh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IESLab, University of Freiburg  |  Hahn-Schickard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0" y="4663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27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DAQ / PXI System?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(DAQ)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Converts real-world analog signals into digital data a computer can process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Key functions: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Measure voltage, current, 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Generate analog/digital output signals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Synchronize multiple channels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High-speed sampling (MHz range)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PXI (PCI eXtensions for Instrumentation)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Modular, high-performance platform by National Instruments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Advantages over USB DAQ: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Higher bandwidth &amp; lower latency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Up to 14 MS/s per channel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Hardware synchronization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</a:rPr>
              <a:t>Scalable: add more cards as needed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PXI system with 2 analog input cards (8 ch each, 14 MS/s) + 1 analog out / digital I/O card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 &amp; Work Packages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Develop a Python-based software interface for reliable analog signal acquisition and output control on a PXI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55448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15544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DAQ Concepts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DAQ fundamentals, compare USB/PCI/PXI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40280" y="1691640"/>
            <a:ext cx="155448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691640"/>
            <a:ext cx="155448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3172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Python API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288036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analog inputs, generate outputs, explore triggers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1691640"/>
            <a:ext cx="155448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1691640"/>
            <a:ext cx="1554480" cy="411480"/>
          </a:xfrm>
          <a:prstGeom prst="rect">
            <a:avLst/>
          </a:prstGeom>
          <a:solidFill>
            <a:srgbClr val="E07C24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0" y="288036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plotting, multithreading, prevent buffer overflow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1691640"/>
            <a:ext cx="155448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1691640"/>
            <a:ext cx="1554480" cy="411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Experiments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288036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function generators &amp; oscilloscopes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1691640"/>
            <a:ext cx="155448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0" y="1691640"/>
            <a:ext cx="1554480" cy="4114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0" y="16916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2240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406640" y="2880360"/>
            <a:ext cx="1371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report, code documentation,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Approach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463040" cy="10058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1-2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Learn &amp; Explore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0" y="1097280"/>
            <a:ext cx="1463040" cy="10058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0" y="1097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API &amp; Coding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23360" y="1097280"/>
            <a:ext cx="1463040" cy="1005840"/>
          </a:xfrm>
          <a:prstGeom prst="rect">
            <a:avLst/>
          </a:prstGeom>
          <a:solidFill>
            <a:srgbClr val="E07C2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0" y="1097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5-8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Real-Time SW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1097280"/>
            <a:ext cx="1463040" cy="10058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1097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8-10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Experiments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1097280"/>
            <a:ext cx="1463040" cy="100584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10972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Report (ongoing)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109728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Apr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6032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 &amp; Introduction Presentation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109728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Jul 2026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Submission Deadline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109728" cy="3657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977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Aug 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977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(20 min)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4572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Python + NI-DAQmx API for hardware control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Multithreading / multiprocessing for real-time performance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</a:rPr>
              <a:t>Reference: Ahmad Ahmad's thesis (similar GUI + DAQ project)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Samir Elsherbiny  |  samir.elsherbiny@students.uni-freiburg.de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</a:rPr>
              <a:t>IESLab, University of Freiburg  |  Hahn-Schickard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PXI Data Acquisition System - Project Introduction</dc:title>
  <dc:subject>PptxGenJS Presentation</dc:subject>
  <dc:creator>Samir Elsherbiny</dc:creator>
  <cp:lastModifiedBy>Samir Elsherbiny</cp:lastModifiedBy>
  <cp:revision>1</cp:revision>
  <dcterms:created xsi:type="dcterms:W3CDTF">2026-04-09T13:11:35Z</dcterms:created>
  <dcterms:modified xsi:type="dcterms:W3CDTF">2026-04-09T13:11:35Z</dcterms:modified>
</cp:coreProperties>
</file>